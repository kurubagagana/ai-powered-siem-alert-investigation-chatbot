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7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4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1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4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61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47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4205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41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80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97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79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6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93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729" y="1927123"/>
            <a:ext cx="7275871" cy="1032387"/>
          </a:xfrm>
        </p:spPr>
        <p:txBody>
          <a:bodyPr>
            <a:normAutofit/>
          </a:bodyPr>
          <a:lstStyle/>
          <a:p>
            <a:pPr algn="ctr"/>
            <a:r>
              <a:rPr sz="3000" b="1" i="1" dirty="0">
                <a:latin typeface="Algerian" panose="04020705040A02060702" pitchFamily="82" charset="0"/>
              </a:rPr>
              <a:t>AI-Powered SIEM Aler Investigation Chatbot</a:t>
            </a:r>
            <a:r>
              <a:rPr lang="en-IN" sz="3000" b="1" i="1" dirty="0">
                <a:latin typeface="Algerian" panose="04020705040A02060702" pitchFamily="82" charset="0"/>
              </a:rPr>
              <a:t>  USING SPLUNK AND WAZUH</a:t>
            </a:r>
            <a:endParaRPr sz="3000" b="1" i="1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5825612"/>
            <a:ext cx="8100577" cy="1032388"/>
          </a:xfrm>
        </p:spPr>
        <p:txBody>
          <a:bodyPr/>
          <a:lstStyle/>
          <a:p>
            <a:r>
              <a:rPr lang="en-IN" b="1" dirty="0">
                <a:latin typeface="Eras Demi ITC" panose="020B0805030504020804" pitchFamily="34" charset="0"/>
              </a:rPr>
              <a:t>                                                                            </a:t>
            </a:r>
            <a:r>
              <a:rPr b="1" dirty="0">
                <a:latin typeface="Eras Demi ITC" panose="020B0805030504020804" pitchFamily="34" charset="0"/>
              </a:rPr>
              <a:t>Project Present</a:t>
            </a:r>
            <a:r>
              <a:rPr lang="en-IN" b="1" dirty="0">
                <a:latin typeface="Eras Demi ITC" panose="020B0805030504020804" pitchFamily="34" charset="0"/>
              </a:rPr>
              <a:t>ed by:</a:t>
            </a:r>
          </a:p>
          <a:p>
            <a:r>
              <a:rPr lang="en-IN" b="1" dirty="0">
                <a:latin typeface="Eras Demi ITC" panose="020B0805030504020804" pitchFamily="34" charset="0"/>
              </a:rPr>
              <a:t>                                                                                     Gagana Kuruba</a:t>
            </a:r>
            <a:endParaRPr b="1" dirty="0">
              <a:latin typeface="Eras Demi ITC" panose="020B08050305040208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u="sng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9703"/>
            <a:ext cx="6929754" cy="5058703"/>
          </a:xfrm>
        </p:spPr>
        <p:txBody>
          <a:bodyPr>
            <a:normAutofit lnSpcReduction="10000"/>
          </a:bodyPr>
          <a:lstStyle/>
          <a:p>
            <a:pPr>
              <a:defRPr sz="2400"/>
            </a:pPr>
            <a:r>
              <a:rPr lang="en-IN" b="1" dirty="0"/>
              <a:t>Introduction</a:t>
            </a:r>
          </a:p>
          <a:p>
            <a:pPr>
              <a:defRPr sz="2400"/>
            </a:pPr>
            <a:r>
              <a:rPr lang="en-IN" b="1" dirty="0"/>
              <a:t> Problem Statement</a:t>
            </a:r>
          </a:p>
          <a:p>
            <a:pPr>
              <a:defRPr sz="2400"/>
            </a:pPr>
            <a:r>
              <a:rPr lang="en-IN" b="1" dirty="0"/>
              <a:t> Objectives</a:t>
            </a:r>
          </a:p>
          <a:p>
            <a:pPr>
              <a:defRPr sz="2400"/>
            </a:pPr>
            <a:r>
              <a:rPr lang="en-IN" b="1" dirty="0"/>
              <a:t> Existing System </a:t>
            </a:r>
          </a:p>
          <a:p>
            <a:pPr>
              <a:defRPr sz="2400"/>
            </a:pPr>
            <a:r>
              <a:rPr lang="en-IN" b="1" dirty="0"/>
              <a:t>Proposed System </a:t>
            </a:r>
          </a:p>
          <a:p>
            <a:pPr>
              <a:defRPr sz="2400"/>
            </a:pPr>
            <a:r>
              <a:rPr lang="en-IN" b="1" dirty="0"/>
              <a:t>Technologies Used </a:t>
            </a:r>
          </a:p>
          <a:p>
            <a:pPr>
              <a:defRPr sz="2400"/>
            </a:pPr>
            <a:r>
              <a:rPr lang="en-IN" b="1" dirty="0"/>
              <a:t>System Architecture</a:t>
            </a:r>
          </a:p>
          <a:p>
            <a:pPr>
              <a:defRPr sz="2400"/>
            </a:pPr>
            <a:r>
              <a:rPr lang="en-IN" b="1" dirty="0"/>
              <a:t> Workflow Implementation </a:t>
            </a:r>
          </a:p>
          <a:p>
            <a:pPr>
              <a:defRPr sz="2400"/>
            </a:pPr>
            <a:r>
              <a:rPr lang="en-IN" b="1" dirty="0"/>
              <a:t>Results </a:t>
            </a:r>
          </a:p>
          <a:p>
            <a:pPr>
              <a:defRPr sz="2400"/>
            </a:pPr>
            <a:r>
              <a:rPr lang="en-IN" b="1" dirty="0"/>
              <a:t>Conclusion </a:t>
            </a:r>
          </a:p>
          <a:p>
            <a:pPr>
              <a:defRPr sz="2400"/>
            </a:pPr>
            <a:r>
              <a:rPr lang="en-IN" b="1" dirty="0"/>
              <a:t>Future Scope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15845"/>
            <a:ext cx="6711654" cy="4832561"/>
          </a:xfrm>
        </p:spPr>
        <p:txBody>
          <a:bodyPr/>
          <a:lstStyle/>
          <a:p>
            <a:r>
              <a:rPr b="1" dirty="0"/>
              <a:t>Need for automated SOC investigations</a:t>
            </a:r>
            <a:r>
              <a:rPr lang="en-IN" b="1" dirty="0"/>
              <a:t>, Cybersecurity incidents are increasing rapidly across organizations. </a:t>
            </a:r>
          </a:p>
          <a:p>
            <a:r>
              <a:rPr lang="en-IN" b="1" dirty="0"/>
              <a:t>Security Operations </a:t>
            </a:r>
            <a:r>
              <a:rPr lang="en-IN" b="1" dirty="0" err="1"/>
              <a:t>Centers</a:t>
            </a:r>
            <a:r>
              <a:rPr lang="en-IN" b="1" dirty="0"/>
              <a:t> (SOCs) monitor thousands of alerts every day. </a:t>
            </a:r>
          </a:p>
          <a:p>
            <a:r>
              <a:rPr lang="en-IN" b="1" dirty="0"/>
              <a:t>Manual investigation is time-consuming and prone to human error. </a:t>
            </a:r>
          </a:p>
          <a:p>
            <a:r>
              <a:rPr lang="en-IN" b="1" dirty="0"/>
              <a:t>Security Information and Event Management (SIEM) platforms collect and </a:t>
            </a:r>
            <a:r>
              <a:rPr lang="en-IN" b="1" dirty="0" err="1"/>
              <a:t>analyze</a:t>
            </a:r>
            <a:r>
              <a:rPr lang="en-IN" b="1" dirty="0"/>
              <a:t> logs. </a:t>
            </a:r>
          </a:p>
          <a:p>
            <a:r>
              <a:rPr lang="en-IN" b="1" dirty="0"/>
              <a:t>Artificial Intelligence can automate alert investigation and improve incident response. 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09369"/>
            <a:ext cx="6711654" cy="50390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Existing Problems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Large number of security alerts generated daily.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Manual analysis consumes significant time.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High false-positive rates.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Delayed incident response.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Difficulty in prioritizing critical alerts.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29033"/>
            <a:ext cx="6711654" cy="5019374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Integrate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Splunk for centralized monitoring. 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Automate security alert investigation.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Generate AI-based incident reports. Reduce analyst workload.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Improve SOC efficiency.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1" dirty="0"/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40543"/>
            <a:ext cx="6711654" cy="5107864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/>
              <a:t>Software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Flask </a:t>
            </a:r>
          </a:p>
          <a:p>
            <a:r>
              <a:rPr lang="en-IN" dirty="0"/>
              <a:t>SQLite </a:t>
            </a:r>
          </a:p>
          <a:p>
            <a:r>
              <a:rPr lang="en-IN" dirty="0" err="1"/>
              <a:t>Ollama</a:t>
            </a:r>
            <a:r>
              <a:rPr lang="en-IN" dirty="0"/>
              <a:t> </a:t>
            </a:r>
          </a:p>
          <a:p>
            <a:r>
              <a:rPr lang="en-IN" dirty="0"/>
              <a:t>Llama 3 </a:t>
            </a:r>
          </a:p>
          <a:p>
            <a:pPr marL="0" indent="0">
              <a:buNone/>
            </a:pPr>
            <a:r>
              <a:rPr lang="en-IN" b="1" u="sng" dirty="0"/>
              <a:t>Security Platforms</a:t>
            </a:r>
          </a:p>
          <a:p>
            <a:r>
              <a:rPr lang="en-IN" dirty="0" err="1"/>
              <a:t>Wazuh</a:t>
            </a:r>
            <a:r>
              <a:rPr lang="en-IN" dirty="0"/>
              <a:t> </a:t>
            </a:r>
          </a:p>
          <a:p>
            <a:r>
              <a:rPr lang="en-IN" dirty="0"/>
              <a:t>Splunk Enterprise </a:t>
            </a:r>
          </a:p>
          <a:p>
            <a:pPr marL="0" indent="0">
              <a:buNone/>
            </a:pPr>
            <a:r>
              <a:rPr lang="en-IN" b="1" u="sng" dirty="0"/>
              <a:t>Operating System</a:t>
            </a:r>
          </a:p>
          <a:p>
            <a:r>
              <a:rPr lang="en-IN" dirty="0"/>
              <a:t>Ubuntu Linux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30711"/>
            <a:ext cx="6711654" cy="5117696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Main Components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Windows Endpoint 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Agent 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Manager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Enterprise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Flask Application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SQLite Database 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Llama 3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SOC Dashboard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81549"/>
            <a:ext cx="6711654" cy="5166858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Endpoint generates logs.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collects logs. 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indexes logs.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Flask retrieves alerts.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AI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incidents. 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displays results.</a:t>
            </a:r>
          </a:p>
          <a:p>
            <a:pPr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Reports are generated.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/>
              <a:t>Wazuh</a:t>
            </a:r>
            <a:r>
              <a:rPr sz="3000" b="1" dirty="0"/>
              <a:t>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81549"/>
            <a:ext cx="6711654" cy="5166858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IN" dirty="0" err="1">
                <a:latin typeface="Century Gothi (Headings)"/>
              </a:rPr>
              <a:t>Wazuh</a:t>
            </a:r>
            <a:r>
              <a:rPr lang="en-IN" dirty="0">
                <a:latin typeface="Century Gothi (Headings)"/>
              </a:rPr>
              <a:t> Agent installed.</a:t>
            </a:r>
          </a:p>
          <a:p>
            <a:pPr>
              <a:defRPr sz="2400"/>
            </a:pPr>
            <a:r>
              <a:rPr lang="en-IN" dirty="0">
                <a:latin typeface="Century Gothi (Headings)"/>
              </a:rPr>
              <a:t> </a:t>
            </a:r>
            <a:r>
              <a:rPr lang="en-IN" dirty="0" err="1">
                <a:latin typeface="Century Gothi (Headings)"/>
              </a:rPr>
              <a:t>Wazuh</a:t>
            </a:r>
            <a:r>
              <a:rPr lang="en-IN" dirty="0">
                <a:latin typeface="Century Gothi (Headings)"/>
              </a:rPr>
              <a:t> Manager configured.</a:t>
            </a:r>
          </a:p>
          <a:p>
            <a:pPr>
              <a:defRPr sz="2400"/>
            </a:pPr>
            <a:r>
              <a:rPr lang="en-IN" dirty="0">
                <a:latin typeface="Century Gothi (Headings)"/>
              </a:rPr>
              <a:t> REST API used. </a:t>
            </a:r>
          </a:p>
          <a:p>
            <a:pPr>
              <a:defRPr sz="2400"/>
            </a:pPr>
            <a:r>
              <a:rPr lang="en-IN" dirty="0">
                <a:latin typeface="Century Gothi (Headings)"/>
              </a:rPr>
              <a:t>Threat Hunting Dashboard.</a:t>
            </a:r>
          </a:p>
          <a:p>
            <a:pPr>
              <a:defRPr sz="2400"/>
            </a:pPr>
            <a:r>
              <a:rPr lang="en-IN" dirty="0">
                <a:latin typeface="Century Gothi (Headings)"/>
              </a:rPr>
              <a:t> Event Monitoring. </a:t>
            </a:r>
          </a:p>
          <a:p>
            <a:pPr>
              <a:defRPr sz="2400"/>
            </a:pPr>
            <a:r>
              <a:rPr lang="en-IN" dirty="0">
                <a:latin typeface="Century Gothi (Headings)"/>
              </a:rPr>
              <a:t>Rule Management.</a:t>
            </a:r>
            <a:endParaRPr dirty="0">
              <a:latin typeface="Century Gothi (Headings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Splunk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22555"/>
            <a:ext cx="6711654" cy="522585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Enterprise installed.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Security logs indexed.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REST API integration.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Search queries executed.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Alert retrieval implemented.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 Query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index=* | head 10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Flask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81549"/>
            <a:ext cx="6711654" cy="516685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Features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Alert Table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Search Alerts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Severity Filter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Investigation Button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PDF Export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CSV Export 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AI Chatbot (Llama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52053"/>
            <a:ext cx="6711654" cy="519635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AI Engine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Runtime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Llama 3 Model </a:t>
            </a:r>
          </a:p>
          <a:p>
            <a:pPr marL="0" indent="0">
              <a:buNone/>
            </a:pPr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Incident Summary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Risk Assessment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Root Cause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Recommended Actions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22555"/>
            <a:ext cx="6711654" cy="5225851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SQLite Database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Table: Alerts</a:t>
            </a:r>
          </a:p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Alert ID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Event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IP Address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Severity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Threat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MITRE ATT&amp;CK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983227"/>
            <a:ext cx="6711654" cy="5265180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Module 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API Module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API Module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Module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 Module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Report Generation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953729"/>
            <a:ext cx="6711654" cy="5294677"/>
          </a:xfrm>
        </p:spPr>
        <p:txBody>
          <a:bodyPr/>
          <a:lstStyle/>
          <a:p>
            <a:pPr>
              <a:defRPr sz="24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Dashboard, AI, PDF, CSV export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993059"/>
            <a:ext cx="6711654" cy="5255348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Successfully Achieved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Integration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Integration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Investigation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PDF Report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CSV Export </a:t>
            </a:r>
          </a:p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Faster investigation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Reduced manual effort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Better visualization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71717"/>
            <a:ext cx="6711654" cy="5176690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Challenges Faced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configuration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Splunk authentication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REST API integration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response optimization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Dashboard integration </a:t>
            </a:r>
          </a:p>
          <a:p>
            <a:pPr marL="0" indent="0">
              <a:buNone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Correct API configuration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Secure authentication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Modular Flask architecture</a:t>
            </a:r>
          </a:p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32387"/>
            <a:ext cx="6711654" cy="5216019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Cloud deployment</a:t>
            </a:r>
          </a:p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Email alert notification </a:t>
            </a:r>
          </a:p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Threat Intelligence integration</a:t>
            </a:r>
          </a:p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Multi-user authentication </a:t>
            </a:r>
          </a:p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Machine Learning-based prediction</a:t>
            </a:r>
          </a:p>
          <a:p>
            <a:pPr marL="0" indent="0">
              <a:buNone/>
              <a:defRPr sz="24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Real-time attack visualization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071717"/>
            <a:ext cx="6711654" cy="5176690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Successfully developed an AI-powered SIEM investigation system.</a:t>
            </a:r>
          </a:p>
          <a:p>
            <a:pPr>
              <a:defRPr sz="2400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Integrated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Wazuh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Splunk, and AI into a unified platform.</a:t>
            </a:r>
          </a:p>
          <a:p>
            <a:pPr>
              <a:defRPr sz="2400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Automated security alert investigation. Improved SOC analyst productivity.</a:t>
            </a:r>
          </a:p>
          <a:p>
            <a:pPr>
              <a:defRPr sz="2400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Generated intelligent incident reports using Llama 3.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479024"/>
          </a:xfrm>
        </p:spPr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</a:t>
            </a:r>
            <a:r>
              <a:rPr lang="en-IN" i="1" dirty="0">
                <a:latin typeface="Algerian" panose="04020705040A02060702" pitchFamily="82" charset="0"/>
              </a:rPr>
              <a:t>THANK YOU</a:t>
            </a:r>
            <a:endParaRPr i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137" y="550605"/>
            <a:ext cx="7280965" cy="5211098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496</Words>
  <Application>Microsoft Office PowerPoint</Application>
  <PresentationFormat>On-screen Show (4:3)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Algerian</vt:lpstr>
      <vt:lpstr>Arial</vt:lpstr>
      <vt:lpstr>Century Gothi (Headings)</vt:lpstr>
      <vt:lpstr>Century Gothic</vt:lpstr>
      <vt:lpstr>Eras Demi ITC</vt:lpstr>
      <vt:lpstr>Wingdings 3</vt:lpstr>
      <vt:lpstr>Ion</vt:lpstr>
      <vt:lpstr>AI-Powered SIEM Aler Investigation Chatbot  USING SPLUNK AND WAZUH</vt:lpstr>
      <vt:lpstr>Agenda</vt:lpstr>
      <vt:lpstr>Introduction</vt:lpstr>
      <vt:lpstr>Problem Statement</vt:lpstr>
      <vt:lpstr>Objectives</vt:lpstr>
      <vt:lpstr>Technologies</vt:lpstr>
      <vt:lpstr>System Architecture</vt:lpstr>
      <vt:lpstr>Project Workflow</vt:lpstr>
      <vt:lpstr>Wazuh Integration</vt:lpstr>
      <vt:lpstr>Splunk Integration</vt:lpstr>
      <vt:lpstr>Flask Dashboard</vt:lpstr>
      <vt:lpstr>AI Chatbot (Llama 3)</vt:lpstr>
      <vt:lpstr>Database Design</vt:lpstr>
      <vt:lpstr>Implementation</vt:lpstr>
      <vt:lpstr>Key Features</vt:lpstr>
      <vt:lpstr>Results</vt:lpstr>
      <vt:lpstr>Challenges</vt:lpstr>
      <vt:lpstr>Future Enhancements</vt:lpstr>
      <vt:lpstr>Conclusion</vt:lpstr>
      <vt:lpstr>           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kuruba Gagana</dc:creator>
  <cp:keywords/>
  <dc:description>generated using python-pptx</dc:description>
  <cp:lastModifiedBy>kuruba Gagana</cp:lastModifiedBy>
  <cp:revision>2</cp:revision>
  <dcterms:created xsi:type="dcterms:W3CDTF">2013-01-27T09:14:16Z</dcterms:created>
  <dcterms:modified xsi:type="dcterms:W3CDTF">2026-07-21T09:06:21Z</dcterms:modified>
  <cp:category/>
</cp:coreProperties>
</file>